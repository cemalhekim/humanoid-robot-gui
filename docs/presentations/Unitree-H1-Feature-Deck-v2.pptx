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2d677765084c22" /><Relationship Type="http://schemas.openxmlformats.org/officeDocument/2006/relationships/extended-properties" Target="/docProps/app.xml" Id="R5772f25500ee4f7a" /><Relationship Type="http://schemas.openxmlformats.org/officeDocument/2006/relationships/officeDocument" Target="/ppt/presentation.xml" Id="Rf216ae62099a49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3c97e8f2924969"/>
  </p:sldMasterIdLst>
  <p:notesMasterIdLst>
    <p:notesMasterId xmlns:r="http://schemas.openxmlformats.org/officeDocument/2006/relationships" r:id="R0f3e57e8d3704ff4"/>
  </p:notesMasterIdLst>
  <p:sldIdLst>
    <p:sldId xmlns:r="http://schemas.openxmlformats.org/officeDocument/2006/relationships" id="256" r:id="R54e54cc62808464a"/>
    <p:sldId xmlns:r="http://schemas.openxmlformats.org/officeDocument/2006/relationships" id="257" r:id="R66e6184c4cf74b4d"/>
    <p:sldId xmlns:r="http://schemas.openxmlformats.org/officeDocument/2006/relationships" id="258" r:id="R6128ae49f6eb49f6"/>
    <p:sldId xmlns:r="http://schemas.openxmlformats.org/officeDocument/2006/relationships" id="259" r:id="Rbe49ef344a6f4963"/>
    <p:sldId xmlns:r="http://schemas.openxmlformats.org/officeDocument/2006/relationships" id="260" r:id="Rb3b43b5cfd754e7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916321dace4376" /><Relationship Type="http://schemas.openxmlformats.org/officeDocument/2006/relationships/slideMaster" Target="/ppt/slideMasters/slideMaster1.xml" Id="R6c3c97e8f2924969" /><Relationship Type="http://schemas.openxmlformats.org/officeDocument/2006/relationships/notesMaster" Target="/ppt/notesMasters/notesMaster1.xml" Id="R0f3e57e8d3704ff4" /><Relationship Type="http://schemas.openxmlformats.org/officeDocument/2006/relationships/presProps" Target="/ppt/presProps.xml" Id="R5d70a164cd8b4319" /><Relationship Type="http://schemas.openxmlformats.org/officeDocument/2006/relationships/tableStyles" Target="/ppt/tableStyles.xml" Id="Ra8d8c703be3049f9" /><Relationship Type="http://schemas.openxmlformats.org/officeDocument/2006/relationships/slide" Target="/ppt/slides/slide1.xml" Id="R54e54cc62808464a" /><Relationship Type="http://schemas.openxmlformats.org/officeDocument/2006/relationships/slide" Target="/ppt/slides/slide2.xml" Id="R66e6184c4cf74b4d" /><Relationship Type="http://schemas.openxmlformats.org/officeDocument/2006/relationships/slide" Target="/ppt/slides/slide3.xml" Id="R6128ae49f6eb49f6" /><Relationship Type="http://schemas.openxmlformats.org/officeDocument/2006/relationships/slide" Target="/ppt/slides/slide4.xml" Id="Rbe49ef344a6f4963" /><Relationship Type="http://schemas.openxmlformats.org/officeDocument/2006/relationships/slide" Target="/ppt/slides/slide5.xml" Id="Rb3b43b5cfd754e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62d28fb8ee41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f213577a3348b9" /><Relationship Type="http://schemas.openxmlformats.org/officeDocument/2006/relationships/notesMaster" Target="/ppt/notesMasters/notesMaster1.xml" Id="R86fb848e8be649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4e160e7d084278" /><Relationship Type="http://schemas.openxmlformats.org/officeDocument/2006/relationships/notesMaster" Target="/ppt/notesMasters/notesMaster1.xml" Id="R5c83a590dbd245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16e3d1701f41eb" /><Relationship Type="http://schemas.openxmlformats.org/officeDocument/2006/relationships/notesMaster" Target="/ppt/notesMasters/notesMaster1.xml" Id="Rea15419cc4764f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869bc8e8af4086" /><Relationship Type="http://schemas.openxmlformats.org/officeDocument/2006/relationships/notesMaster" Target="/ppt/notesMasters/notesMaster1.xml" Id="Rb366f25c779d43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92db024bea4989" /><Relationship Type="http://schemas.openxmlformats.org/officeDocument/2006/relationships/notesMaster" Target="/ppt/notesMasters/notesMaster1.xml" Id="Radd70853c6c646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d1d1c2e0e41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6a982dc5c24392" /><Relationship Type="http://schemas.openxmlformats.org/officeDocument/2006/relationships/slideLayout" Target="/ppt/slideLayouts/slideLayout1.xml" Id="R97f54ec5c3aa4d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f54ec5c3aa4d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639955e984ffc" /><Relationship Type="http://schemas.openxmlformats.org/officeDocument/2006/relationships/image" Target="/ppt/media/image.png" Id="Rc8ad7f38452a47f7" /><Relationship Type="http://schemas.openxmlformats.org/officeDocument/2006/relationships/notesSlide" Target="/ppt/notesSlides/notesSlide1.xml" Id="R83b2a837fcf24b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de589a36e473f" /><Relationship Type="http://schemas.openxmlformats.org/officeDocument/2006/relationships/image" Target="/ppt/media/image2.png" Id="Rc8244b0d769046f2" /><Relationship Type="http://schemas.openxmlformats.org/officeDocument/2006/relationships/image" Target="/ppt/media/image3.png" Id="R2790fb7f346b49ef" /><Relationship Type="http://schemas.openxmlformats.org/officeDocument/2006/relationships/image" Target="/ppt/media/image4.png" Id="Rc77cb5343f3e4147" /><Relationship Type="http://schemas.openxmlformats.org/officeDocument/2006/relationships/notesSlide" Target="/ppt/notesSlides/notesSlide2.xml" Id="R5fbaeca84a8049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f597999d742d8" /><Relationship Type="http://schemas.openxmlformats.org/officeDocument/2006/relationships/image" Target="/ppt/media/image5.png" Id="Re92814bae5e84041" /><Relationship Type="http://schemas.openxmlformats.org/officeDocument/2006/relationships/notesSlide" Target="/ppt/notesSlides/notesSlide3.xml" Id="R15c1c21259f44b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b23b6fdc948ae" /><Relationship Type="http://schemas.openxmlformats.org/officeDocument/2006/relationships/image" Target="/ppt/media/image6.png" Id="R395afb11aab44e26" /><Relationship Type="http://schemas.openxmlformats.org/officeDocument/2006/relationships/image" Target="/ppt/media/image7.png" Id="R0e118d0c6cfe4fc2" /><Relationship Type="http://schemas.openxmlformats.org/officeDocument/2006/relationships/image" Target="/ppt/media/image8.png" Id="R5e4ca588bfa94c50" /><Relationship Type="http://schemas.openxmlformats.org/officeDocument/2006/relationships/notesSlide" Target="/ppt/notesSlides/notesSlide4.xml" Id="Rb96ce8fff06844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58542ea0748a3" /><Relationship Type="http://schemas.openxmlformats.org/officeDocument/2006/relationships/image" Target="/ppt/media/image.jpeg" Id="Rab9605ca1ad44492" /><Relationship Type="http://schemas.openxmlformats.org/officeDocument/2006/relationships/notesSlide" Target="/ppt/notesSlides/notesSlide5.xml" Id="Rcecfcdcd390d48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d7f38452a47f7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44b0d769046f2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0fb7f346b49ef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cb5343f3e4147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814bae5e84041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afb11aab44e26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18d0c6cfe4fc2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ca588bfa94c50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605ca1ad44492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oundRect">
            <a:avLst>
              <a:gd name="adj" fmla="val 1724"/>
            </a:avLst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2026-07-07T07:46:36.3620000Z</dcterms:created>
  <dcterms:modified xsi:type="dcterms:W3CDTF">2026-07-07T07:46:36.3620000Z</dcterms:modified>
</coreProperties>
</file>