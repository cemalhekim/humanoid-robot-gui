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2b940d52eb64f39" /><Relationship Type="http://schemas.openxmlformats.org/officeDocument/2006/relationships/extended-properties" Target="/docProps/app.xml" Id="Ra1ddd1ab7ef4489e" /><Relationship Type="http://schemas.openxmlformats.org/officeDocument/2006/relationships/officeDocument" Target="/ppt/presentation.xml" Id="Rca52666d7842404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98dca832cff4c7a"/>
  </p:sldMasterIdLst>
  <p:notesMasterIdLst>
    <p:notesMasterId xmlns:r="http://schemas.openxmlformats.org/officeDocument/2006/relationships" r:id="R3f4e99abe2464ffe"/>
  </p:notesMasterIdLst>
  <p:sldIdLst>
    <p:sldId xmlns:r="http://schemas.openxmlformats.org/officeDocument/2006/relationships" id="256" r:id="Rff65dc16d92a4dec"/>
    <p:sldId xmlns:r="http://schemas.openxmlformats.org/officeDocument/2006/relationships" id="257" r:id="R0dd30c8f9cb9409e"/>
    <p:sldId xmlns:r="http://schemas.openxmlformats.org/officeDocument/2006/relationships" id="258" r:id="R41156d0adee244e1"/>
    <p:sldId xmlns:r="http://schemas.openxmlformats.org/officeDocument/2006/relationships" id="259" r:id="Rac32cbce134648c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ed042f30834c3e" /><Relationship Type="http://schemas.openxmlformats.org/officeDocument/2006/relationships/slideMaster" Target="/ppt/slideMasters/slideMaster1.xml" Id="Rf98dca832cff4c7a" /><Relationship Type="http://schemas.openxmlformats.org/officeDocument/2006/relationships/notesMaster" Target="/ppt/notesMasters/notesMaster1.xml" Id="R3f4e99abe2464ffe" /><Relationship Type="http://schemas.openxmlformats.org/officeDocument/2006/relationships/presProps" Target="/ppt/presProps.xml" Id="R2cdd43e309914f19" /><Relationship Type="http://schemas.openxmlformats.org/officeDocument/2006/relationships/tableStyles" Target="/ppt/tableStyles.xml" Id="R6864a4141f6546f2" /><Relationship Type="http://schemas.openxmlformats.org/officeDocument/2006/relationships/slide" Target="/ppt/slides/slide1.xml" Id="Rff65dc16d92a4dec" /><Relationship Type="http://schemas.openxmlformats.org/officeDocument/2006/relationships/slide" Target="/ppt/slides/slide2.xml" Id="R0dd30c8f9cb9409e" /><Relationship Type="http://schemas.openxmlformats.org/officeDocument/2006/relationships/slide" Target="/ppt/slides/slide3.xml" Id="R41156d0adee244e1" /><Relationship Type="http://schemas.openxmlformats.org/officeDocument/2006/relationships/slide" Target="/ppt/slides/slide4.xml" Id="Rac32cbce134648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7923275d63543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e5c02c994424ee3" /><Relationship Type="http://schemas.openxmlformats.org/officeDocument/2006/relationships/notesMaster" Target="/ppt/notesMasters/notesMaster1.xml" Id="Rc96dc80e9730457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ac1b56c3d3f4916" /><Relationship Type="http://schemas.openxmlformats.org/officeDocument/2006/relationships/notesMaster" Target="/ppt/notesMasters/notesMaster1.xml" Id="Rf56f1bf8c0a544f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2187f512c1e4920" /><Relationship Type="http://schemas.openxmlformats.org/officeDocument/2006/relationships/notesMaster" Target="/ppt/notesMasters/notesMaster1.xml" Id="R3d43aac3c7ca418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cb8ecce0c1d4d20" /><Relationship Type="http://schemas.openxmlformats.org/officeDocument/2006/relationships/notesMaster" Target="/ppt/notesMasters/notesMaster1.xml" Id="Ra5c108088cc849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2be7c91c36a444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f2db46d767b42e1" /><Relationship Type="http://schemas.openxmlformats.org/officeDocument/2006/relationships/slideLayout" Target="/ppt/slideLayouts/slideLayout1.xml" Id="R91f259771b8d48a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1f259771b8d48a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370c8595c64e5e" /><Relationship Type="http://schemas.openxmlformats.org/officeDocument/2006/relationships/image" Target="/ppt/media/image.png" Id="Re01c6fdd96464137" /><Relationship Type="http://schemas.openxmlformats.org/officeDocument/2006/relationships/notesSlide" Target="/ppt/notesSlides/notesSlide1.xml" Id="Ra43aa80e45184a1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1d331af9cf4bd2" /><Relationship Type="http://schemas.openxmlformats.org/officeDocument/2006/relationships/image" Target="/ppt/media/image2.png" Id="R0b472e3b56994e5f" /><Relationship Type="http://schemas.openxmlformats.org/officeDocument/2006/relationships/image" Target="/ppt/media/image3.png" Id="R045c0e22e7604c9f" /><Relationship Type="http://schemas.openxmlformats.org/officeDocument/2006/relationships/image" Target="/ppt/media/image4.png" Id="Rb0d33a60aea147a0" /><Relationship Type="http://schemas.openxmlformats.org/officeDocument/2006/relationships/notesSlide" Target="/ppt/notesSlides/notesSlide2.xml" Id="R17f6a3e5545c4d1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5b062d08bc42dd" /><Relationship Type="http://schemas.openxmlformats.org/officeDocument/2006/relationships/image" Target="/ppt/media/image5.png" Id="Rdcb4163aa69c431c" /><Relationship Type="http://schemas.openxmlformats.org/officeDocument/2006/relationships/notesSlide" Target="/ppt/notesSlides/notesSlide3.xml" Id="R9aa1a9bd5d88409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052a24a3c849ab" /><Relationship Type="http://schemas.openxmlformats.org/officeDocument/2006/relationships/image" Target="/ppt/media/image6.png" Id="Rff7a1ea42ca5450a" /><Relationship Type="http://schemas.openxmlformats.org/officeDocument/2006/relationships/image" Target="/ppt/media/image7.png" Id="R77bb9d285f5f4cf4" /><Relationship Type="http://schemas.openxmlformats.org/officeDocument/2006/relationships/image" Target="/ppt/media/image8.png" Id="R5e608ffb837c44b1" /><Relationship Type="http://schemas.openxmlformats.org/officeDocument/2006/relationships/notesSlide" Target="/ppt/notesSlides/notesSlide4.xml" Id="R9d50d6b8b6d94e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1F7A2D1-144D-4C72-8EF7-440FD8490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ANA EKRAN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33E9EAE-E09B-410F-92E0-B7BD5C30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7239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00" b="1">
                <a:solidFill>
                  <a:srgbClr val="070707"/>
                </a:solidFill>
              </a:defRPr>
            </a:pPr>
            <a:r>
              <a:rPr sz="3000" b="1">
                <a:solidFill>
                  <a:srgbClr val="070707"/>
                </a:solidFill>
              </a:rPr>
              <a:t>Robotun bütün hikayesi tek cockpit içinde.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914283-5AB7-4449-B66E-705168030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191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Solda AI Chatbot, ortada canlı bilgi akışı, sağda Robot Twin. Tek bakışta kontrol hissi.</a:t>
            </a:r>
          </a:p>
        </p:txBody>
      </p:sp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01c6fdd96464137"/>
          <a:srcRect xmlns:a="http://schemas.openxmlformats.org/drawingml/2006/main" l="0" t="30309" r="0" b="30309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495550"/>
            <a:ext cx="11353800" cy="31051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D46ADD-7EAC-46E4-8F34-98F16ED97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9436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42FF94-086B-4A12-ADD8-538354CA9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SOL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A75FEEB-D1FC-44CB-9B1D-DB662F84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AI Chatbot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3138E02-F313-4204-B463-19B43645E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6191250"/>
            <a:ext cx="781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ORTA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7C28C3-8A19-4898-A224-88195F970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61341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Bilgi Akışı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76B340-E5ED-4627-B36B-6DCEC1326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6191250"/>
            <a:ext cx="685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60000"/>
                </a:solidFill>
              </a:defRPr>
            </a:pPr>
            <a:r>
              <a:rPr sz="1275" b="1">
                <a:solidFill>
                  <a:srgbClr val="E60000"/>
                </a:solidFill>
              </a:rPr>
              <a:t>SAG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4A2FD2-7A5B-40BF-AC20-963573BFD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6134100"/>
            <a:ext cx="171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Robot Twin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3CBAA1-9A23-4559-90FD-2A02009D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134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Premium control layer</a:t>
            </a:r>
          </a:p>
        </p:txBody>
      </p:sp>
    </p:spTree>
    <p:extLst>
      <p:ext uri="{BB962C8B-B14F-4D97-AF65-F5344CB8AC3E}">
        <p14:creationId xmlns:p14="http://schemas.microsoft.com/office/powerpoint/2010/main" val="94990691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391501-F59A-4B77-896A-597E6C90D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ROBOT TELEMETRI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BE3168-44F3-49F2-B2D9-5CB7D12E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1915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075" b="1">
                <a:solidFill>
                  <a:srgbClr val="070707"/>
                </a:solidFill>
              </a:defRPr>
            </a:pPr>
            <a:r>
              <a:rPr sz="3075" b="1">
                <a:solidFill>
                  <a:srgbClr val="070707"/>
                </a:solidFill>
              </a:rPr>
              <a:t>Uc farkli telemetry hissi ayni deneyime akar.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E92559D-A593-4B14-9757-06DC1A159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1809750"/>
            <a:ext cx="8001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Dashboard telemetry, camera stream ve Apple Vision Pro ile robotun sahnesi her yerden okunur.</a:t>
            </a:r>
          </a:p>
        </p:txBody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b472e3b56994e5f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5c0e22e7604c9f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2571750"/>
            <a:ext cx="3429000" cy="20955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d33a60aea147a0"/>
          <a:srcRect xmlns:a="http://schemas.openxmlformats.org/drawingml/2006/main" l="0" t="6000" r="0" b="600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43900" y="2571750"/>
            <a:ext cx="3429000" cy="209550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787206-3F73-43B7-91C7-BAA0BCE3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0292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59EDD2-F6A7-4DCD-9453-BD8D3C7E3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911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1. Live Dashboard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24DB14-D666-4BB4-9E6C-B0A7EFC08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5391150"/>
            <a:ext cx="2762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2. Camera Stream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5C3BDC-BC9E-4535-B5A2-2032A05C7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5391150"/>
            <a:ext cx="295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3. Apple Vision Pro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0630EB-4448-4F88-8542-00BA4D8E5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7620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Real-time awareness / XR presence / Operator confidence</a:t>
            </a:r>
          </a:p>
        </p:txBody>
      </p:sp>
    </p:spTree>
    <p:extLst>
      <p:ext uri="{BB962C8B-B14F-4D97-AF65-F5344CB8AC3E}">
        <p14:creationId xmlns:p14="http://schemas.microsoft.com/office/powerpoint/2010/main" val="5247616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b4163aa69c431c"/>
          <a:srcRect xmlns:a="http://schemas.openxmlformats.org/drawingml/2006/main" l="18895" t="0" r="18895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6143625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7E6AED-FC7B-499D-AEF4-C828A2EEF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0"/>
            <a:ext cx="6048375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C42EDA-D3A7-4652-A87C-406291FD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MOTION SEQUENCE PLANNING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CCD265-0705-4970-9E51-8691E25A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952500"/>
            <a:ext cx="46291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150" b="1">
                <a:solidFill>
                  <a:srgbClr val="070707"/>
                </a:solidFill>
              </a:defRPr>
            </a:pPr>
            <a:r>
              <a:rPr sz="3150" b="1">
                <a:solidFill>
                  <a:srgbClr val="070707"/>
                </a:solidFill>
              </a:rPr>
              <a:t>Hareket artik bir sequence haline geliyor.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A9C5E7-ED72-4920-9BF8-2D096BF2D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724150"/>
            <a:ext cx="4457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555555"/>
                </a:solidFill>
              </a:defRPr>
            </a:pPr>
            <a:r>
              <a:rPr sz="1725">
                <a:solidFill>
                  <a:srgbClr val="555555"/>
                </a:solidFill>
              </a:rPr>
              <a:t>Pose point kaydet, sequence kur, trajectory preview izle. Robot hareketi demo diline donusur.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9968E8-43A1-463A-AF5C-DB49A52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638550"/>
            <a:ext cx="4114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0000"/>
          </a:solidFill>
          <a:ln xmlns:a="http://schemas.openxmlformats.org/drawingml/2006/main" w="0">
            <a:solidFill>
              <a:srgbClr val="E600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FA18113-6B5A-4B47-94AE-68E4A0067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9814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Add Point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3951D8-2870-43F2-A0E0-EF591516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362450"/>
            <a:ext cx="209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Pose Capture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9D0AFF-419D-4B44-8ADB-61ADA585A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743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Sequence Builder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F372EA-DA9E-44AD-8AA1-C3D897C2E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1244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Trajectory Planning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F780E9-59D1-464C-807F-F724C90BC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5054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Crazy Seconds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EA9B32B-3B39-47E1-9089-B395C63B0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5943600"/>
            <a:ext cx="4667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555555"/>
                </a:solidFill>
              </a:defRPr>
            </a:pPr>
            <a:r>
              <a:rPr sz="1650">
                <a:solidFill>
                  <a:srgbClr val="555555"/>
                </a:solidFill>
              </a:rPr>
              <a:t>Repeatable motion / stage-ready timing / replayable moments</a:t>
            </a:r>
          </a:p>
        </p:txBody>
      </p:sp>
    </p:spTree>
    <p:extLst>
      <p:ext uri="{BB962C8B-B14F-4D97-AF65-F5344CB8AC3E}">
        <p14:creationId xmlns:p14="http://schemas.microsoft.com/office/powerpoint/2010/main" val="2478292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DA2AB7E-4838-4FE4-BF7A-E5097EA71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34290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55555"/>
                </a:solidFill>
              </a:defRPr>
            </a:pPr>
            <a:r>
              <a:rPr sz="1125" b="1">
                <a:solidFill>
                  <a:srgbClr val="555555"/>
                </a:solidFill>
              </a:rPr>
              <a:t>DEMO VE OPERASYON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AEB975-0AF5-4386-979D-9E32E3F44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723900"/>
            <a:ext cx="8382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225" b="1">
                <a:solidFill>
                  <a:srgbClr val="070707"/>
                </a:solidFill>
              </a:defRPr>
            </a:pPr>
            <a:r>
              <a:rPr sz="3225" b="1">
                <a:solidFill>
                  <a:srgbClr val="070707"/>
                </a:solidFill>
              </a:rPr>
              <a:t>Pilot, demo ve remote presence icin hazir bir robot platformu.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7a1ea42ca5450a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1910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bb9d285f5f4cf4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400550" y="2266950"/>
            <a:ext cx="3409950" cy="2266950"/>
          </a:xfrm>
          <a:prstGeom xmlns:a="http://schemas.openxmlformats.org/drawingml/2006/main" prst="rect">
            <a:avLst/>
          </a:prstGeom>
        </p:spPr>
      </p:pic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e608ffb837c44b1"/>
          <a:srcRect xmlns:a="http://schemas.openxmlformats.org/drawingml/2006/main" l="0" t="2134" r="0" b="213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362950" y="2266950"/>
            <a:ext cx="3409950" cy="226695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955C71-8B62-458E-ADDB-118DB5303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953000"/>
            <a:ext cx="11353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3860A04-2F96-4730-9E6F-04646C569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53149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Locomotion Layer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56E640-C385-460D-8533-B8CC42FD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Gesture Layer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35E5330-8ECE-4906-B351-909D631B8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149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70707"/>
                </a:solidFill>
              </a:defRPr>
            </a:pPr>
            <a:r>
              <a:rPr sz="1800" b="1">
                <a:solidFill>
                  <a:srgbClr val="070707"/>
                </a:solidFill>
              </a:rPr>
              <a:t>ROS Visibility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2712AF-C995-4CA5-9F9D-7F68B509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53149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E60000"/>
                </a:solidFill>
              </a:defRPr>
            </a:pPr>
            <a:r>
              <a:rPr sz="1800" b="1">
                <a:solidFill>
                  <a:srgbClr val="E60000"/>
                </a:solidFill>
              </a:rPr>
              <a:t>Remote Presence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AE3223-7490-4358-9575-AEE96F517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6076950"/>
            <a:ext cx="809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070707"/>
                </a:solidFill>
              </a:defRPr>
            </a:pPr>
            <a:r>
              <a:rPr sz="1875" b="1">
                <a:solidFill>
                  <a:srgbClr val="070707"/>
                </a:solidFill>
              </a:rPr>
              <a:t>Premium robotics experience. Fast demo loop. Clear operator story.</a:t>
            </a:r>
          </a:p>
        </p:txBody>
      </p:sp>
    </p:spTree>
    <p:extLst>
      <p:ext uri="{BB962C8B-B14F-4D97-AF65-F5344CB8AC3E}">
        <p14:creationId xmlns:p14="http://schemas.microsoft.com/office/powerpoint/2010/main" val="8648576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2026-07-06T22:10:57.0810000Z</dcterms:created>
  <dcterms:modified xsi:type="dcterms:W3CDTF">2026-07-06T22:10:57.0810000Z</dcterms:modified>
</coreProperties>
</file>