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8c4be44000456d" /><Relationship Type="http://schemas.openxmlformats.org/officeDocument/2006/relationships/extended-properties" Target="/docProps/app.xml" Id="R7968c5da3f5f4255" /><Relationship Type="http://schemas.openxmlformats.org/officeDocument/2006/relationships/officeDocument" Target="/ppt/presentation.xml" Id="R654665cb6dd34d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a67c41628a4c7b"/>
  </p:sldMasterIdLst>
  <p:notesMasterIdLst>
    <p:notesMasterId xmlns:r="http://schemas.openxmlformats.org/officeDocument/2006/relationships" r:id="R2882106d4d49460d"/>
  </p:notesMasterIdLst>
  <p:sldIdLst>
    <p:sldId xmlns:r="http://schemas.openxmlformats.org/officeDocument/2006/relationships" id="256" r:id="Rbbd5296270174321"/>
    <p:sldId xmlns:r="http://schemas.openxmlformats.org/officeDocument/2006/relationships" id="257" r:id="Rc425f46042aa4b37"/>
    <p:sldId xmlns:r="http://schemas.openxmlformats.org/officeDocument/2006/relationships" id="258" r:id="Re93d5aeaa3104f7d"/>
    <p:sldId xmlns:r="http://schemas.openxmlformats.org/officeDocument/2006/relationships" id="259" r:id="R11b17c7f41bd40ef"/>
    <p:sldId xmlns:r="http://schemas.openxmlformats.org/officeDocument/2006/relationships" id="260" r:id="Re49bb65af09a4de8"/>
    <p:sldId xmlns:r="http://schemas.openxmlformats.org/officeDocument/2006/relationships" id="261" r:id="Rc98da57abb9e426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cbb5829e99440a" /><Relationship Type="http://schemas.openxmlformats.org/officeDocument/2006/relationships/slideMaster" Target="/ppt/slideMasters/slideMaster1.xml" Id="R69a67c41628a4c7b" /><Relationship Type="http://schemas.openxmlformats.org/officeDocument/2006/relationships/notesMaster" Target="/ppt/notesMasters/notesMaster1.xml" Id="R2882106d4d49460d" /><Relationship Type="http://schemas.openxmlformats.org/officeDocument/2006/relationships/presProps" Target="/ppt/presProps.xml" Id="R4d3a81f5785e475b" /><Relationship Type="http://schemas.openxmlformats.org/officeDocument/2006/relationships/tableStyles" Target="/ppt/tableStyles.xml" Id="R3a9151854413497e" /><Relationship Type="http://schemas.openxmlformats.org/officeDocument/2006/relationships/slide" Target="/ppt/slides/slide1.xml" Id="Rbbd5296270174321" /><Relationship Type="http://schemas.openxmlformats.org/officeDocument/2006/relationships/slide" Target="/ppt/slides/slide2.xml" Id="Rc425f46042aa4b37" /><Relationship Type="http://schemas.openxmlformats.org/officeDocument/2006/relationships/slide" Target="/ppt/slides/slide3.xml" Id="Re93d5aeaa3104f7d" /><Relationship Type="http://schemas.openxmlformats.org/officeDocument/2006/relationships/slide" Target="/ppt/slides/slide4.xml" Id="R11b17c7f41bd40ef" /><Relationship Type="http://schemas.openxmlformats.org/officeDocument/2006/relationships/slide" Target="/ppt/slides/slide5.xml" Id="Re49bb65af09a4de8" /><Relationship Type="http://schemas.openxmlformats.org/officeDocument/2006/relationships/slide" Target="/ppt/slides/slide6.xml" Id="Rc98da57abb9e42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ed7430f8c343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d5b2855fd348bf" /><Relationship Type="http://schemas.openxmlformats.org/officeDocument/2006/relationships/notesMaster" Target="/ppt/notesMasters/notesMaster1.xml" Id="R66600c97a61c47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8c587ce494446e" /><Relationship Type="http://schemas.openxmlformats.org/officeDocument/2006/relationships/notesMaster" Target="/ppt/notesMasters/notesMaster1.xml" Id="R1275ad873b0144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67078116c541fa" /><Relationship Type="http://schemas.openxmlformats.org/officeDocument/2006/relationships/notesMaster" Target="/ppt/notesMasters/notesMaster1.xml" Id="Rf5dda7be8ace43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2a90f2c3734e21" /><Relationship Type="http://schemas.openxmlformats.org/officeDocument/2006/relationships/notesMaster" Target="/ppt/notesMasters/notesMaster1.xml" Id="Ra26aeca584264c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c455c3033840b4" /><Relationship Type="http://schemas.openxmlformats.org/officeDocument/2006/relationships/notesMaster" Target="/ppt/notesMasters/notesMaster1.xml" Id="Rc35f24ec87be4d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a9c751af994ae3" /><Relationship Type="http://schemas.openxmlformats.org/officeDocument/2006/relationships/notesMaster" Target="/ppt/notesMasters/notesMaster1.xml" Id="Rc7f193fe363a40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cad43cc74741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54e3c2b39b41c8" /><Relationship Type="http://schemas.openxmlformats.org/officeDocument/2006/relationships/slideLayout" Target="/ppt/slideLayouts/slideLayout1.xml" Id="R4efde446fdfa40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fde446fdfa40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ed3075535496c" /><Relationship Type="http://schemas.openxmlformats.org/officeDocument/2006/relationships/image" Target="/ppt/media/image.png" Id="R0abf596416d14bcd" /><Relationship Type="http://schemas.openxmlformats.org/officeDocument/2006/relationships/notesSlide" Target="/ppt/notesSlides/notesSlide1.xml" Id="R82093804087449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58bf655c947c2" /><Relationship Type="http://schemas.openxmlformats.org/officeDocument/2006/relationships/image" Target="/ppt/media/image2.png" Id="R6e1062985aa147f8" /><Relationship Type="http://schemas.openxmlformats.org/officeDocument/2006/relationships/image" Target="/ppt/media/image3.png" Id="R416bf31f03804927" /><Relationship Type="http://schemas.openxmlformats.org/officeDocument/2006/relationships/image" Target="/ppt/media/image4.png" Id="R8e20d10087ea4fd2" /><Relationship Type="http://schemas.openxmlformats.org/officeDocument/2006/relationships/notesSlide" Target="/ppt/notesSlides/notesSlide2.xml" Id="Rb6e11876c00741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a414a4c764593" /><Relationship Type="http://schemas.openxmlformats.org/officeDocument/2006/relationships/image" Target="/ppt/media/image5.png" Id="R7357772901a44df0" /><Relationship Type="http://schemas.openxmlformats.org/officeDocument/2006/relationships/notesSlide" Target="/ppt/notesSlides/notesSlide3.xml" Id="R9f425b170c4f4c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adba1babb4613" /><Relationship Type="http://schemas.openxmlformats.org/officeDocument/2006/relationships/image" Target="/ppt/media/image6.png" Id="R61af4a82a01e4bfe" /><Relationship Type="http://schemas.openxmlformats.org/officeDocument/2006/relationships/image" Target="/ppt/media/image7.png" Id="R3f71a3990b064d12" /><Relationship Type="http://schemas.openxmlformats.org/officeDocument/2006/relationships/image" Target="/ppt/media/image8.png" Id="Re883d2665de84d87" /><Relationship Type="http://schemas.openxmlformats.org/officeDocument/2006/relationships/notesSlide" Target="/ppt/notesSlides/notesSlide4.xml" Id="Rfee30d0e232d4d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22e0738c06492f" /><Relationship Type="http://schemas.openxmlformats.org/officeDocument/2006/relationships/image" Target="/ppt/media/image.jpeg" Id="R704078eaa1e04be1" /><Relationship Type="http://schemas.openxmlformats.org/officeDocument/2006/relationships/notesSlide" Target="/ppt/notesSlides/notesSlide5.xml" Id="R781c8a4a15a447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7e982b21b403b" /><Relationship Type="http://schemas.openxmlformats.org/officeDocument/2006/relationships/image" Target="/ppt/media/image2.jpeg" Id="Ra695b867f4cd46d8" /><Relationship Type="http://schemas.openxmlformats.org/officeDocument/2006/relationships/notesSlide" Target="/ppt/notesSlides/notesSlide6.xml" Id="R3d5cd04de0b846f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f596416d14bcd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062985aa147f8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6bf31f03804927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20d10087ea4fd2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7772901a44df0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f4a82a01e4bfe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1a3990b064d12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3d2665de84d87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078eaa1e04be1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ound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XR WALKING CONTROL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yürütmenin</a:t>
            </a:r>
          </a:p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üç yolu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Operatör; hassas manuel komut, baş yönüyle sezgisel sürüş veya pozisyon eşleme arasında geçiş yapabiliyor.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Sanal joystick/pad ile hız ve yön verilir. Demo, dar alan ve hassas manuel sürüş için uygun.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Başın baktığı yön robotun yürüyüş niyetine çevrilir. Operatör robotu bakışla yönlendirir.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Operatörün pozisyonu ve yönelimi robot hareketine eşlenir. Telepresence hissini güçlendirir.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5b867f4cd46d8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oundRect">
            <a:avLst>
              <a:gd name="adj" fmla="val 1961"/>
            </a:avLst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Görüntüde Vision Pro arayüzü robot sahnesinin üzerine bindirilmiş: üç kontrol modu aynı seçim ekranında karşılaştırılıyor.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Yürütme katmanı tek bir kontrol biçimine kilitlenmez; görev, ortam ve operatör deneyimine göre mod seçilir.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2026-07-07T07:57:42.0440000Z</dcterms:created>
  <dcterms:modified xsi:type="dcterms:W3CDTF">2026-07-07T07:57:42.0440000Z</dcterms:modified>
</coreProperties>
</file>