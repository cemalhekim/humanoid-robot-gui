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d24e30b3d640ba" /><Relationship Type="http://schemas.openxmlformats.org/officeDocument/2006/relationships/extended-properties" Target="/docProps/app.xml" Id="Rb39754d58ba64b93" /><Relationship Type="http://schemas.openxmlformats.org/officeDocument/2006/relationships/officeDocument" Target="/ppt/presentation.xml" Id="Rdb5b06d3e3e14a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0f0b38ef647fe"/>
  </p:sldMasterIdLst>
  <p:notesMasterIdLst>
    <p:notesMasterId xmlns:r="http://schemas.openxmlformats.org/officeDocument/2006/relationships" r:id="Rbf9ee26d188a42c8"/>
  </p:notesMasterIdLst>
  <p:sldIdLst>
    <p:sldId xmlns:r="http://schemas.openxmlformats.org/officeDocument/2006/relationships" id="256" r:id="Rd1c19f7bd7fc4100"/>
    <p:sldId xmlns:r="http://schemas.openxmlformats.org/officeDocument/2006/relationships" id="257" r:id="R51b32160fde14c6e"/>
    <p:sldId xmlns:r="http://schemas.openxmlformats.org/officeDocument/2006/relationships" id="258" r:id="Rce0a53517e6f4f29"/>
    <p:sldId xmlns:r="http://schemas.openxmlformats.org/officeDocument/2006/relationships" id="259" r:id="Rcc8f890affa246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273c7e20044ea9" /><Relationship Type="http://schemas.openxmlformats.org/officeDocument/2006/relationships/slideMaster" Target="/ppt/slideMasters/slideMaster1.xml" Id="R3470f0b38ef647fe" /><Relationship Type="http://schemas.openxmlformats.org/officeDocument/2006/relationships/notesMaster" Target="/ppt/notesMasters/notesMaster1.xml" Id="Rbf9ee26d188a42c8" /><Relationship Type="http://schemas.openxmlformats.org/officeDocument/2006/relationships/presProps" Target="/ppt/presProps.xml" Id="Rd3cfcfd72947467b" /><Relationship Type="http://schemas.openxmlformats.org/officeDocument/2006/relationships/tableStyles" Target="/ppt/tableStyles.xml" Id="Rbe829523deb74c5d" /><Relationship Type="http://schemas.openxmlformats.org/officeDocument/2006/relationships/slide" Target="/ppt/slides/slide1.xml" Id="Rd1c19f7bd7fc4100" /><Relationship Type="http://schemas.openxmlformats.org/officeDocument/2006/relationships/slide" Target="/ppt/slides/slide2.xml" Id="R51b32160fde14c6e" /><Relationship Type="http://schemas.openxmlformats.org/officeDocument/2006/relationships/slide" Target="/ppt/slides/slide3.xml" Id="Rce0a53517e6f4f29" /><Relationship Type="http://schemas.openxmlformats.org/officeDocument/2006/relationships/slide" Target="/ppt/slides/slide4.xml" Id="Rcc8f890affa246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482dbcaf1744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ff26638fdc46a5" /><Relationship Type="http://schemas.openxmlformats.org/officeDocument/2006/relationships/notesMaster" Target="/ppt/notesMasters/notesMaster1.xml" Id="R1453da44595d46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dc5cea3ca443c5" /><Relationship Type="http://schemas.openxmlformats.org/officeDocument/2006/relationships/notesMaster" Target="/ppt/notesMasters/notesMaster1.xml" Id="Rf2eb62ace8e949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449267f9b54508" /><Relationship Type="http://schemas.openxmlformats.org/officeDocument/2006/relationships/notesMaster" Target="/ppt/notesMasters/notesMaster1.xml" Id="R9be3f1f9eb35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bfb96a58448de" /><Relationship Type="http://schemas.openxmlformats.org/officeDocument/2006/relationships/notesMaster" Target="/ppt/notesMasters/notesMaster1.xml" Id="R3b140c2f1e13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3e049a56541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a5ad6f45b485c" /><Relationship Type="http://schemas.openxmlformats.org/officeDocument/2006/relationships/slideLayout" Target="/ppt/slideLayouts/slideLayout1.xml" Id="Re78ccc4f53104a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ccc4f53104a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8a859fee54884" /><Relationship Type="http://schemas.openxmlformats.org/officeDocument/2006/relationships/image" Target="/ppt/media/image.png" Id="R14d5aaa3ccfe4f23" /><Relationship Type="http://schemas.openxmlformats.org/officeDocument/2006/relationships/notesSlide" Target="/ppt/notesSlides/notesSlide1.xml" Id="R8ac5a345fc80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7539d3c64a8d" /><Relationship Type="http://schemas.openxmlformats.org/officeDocument/2006/relationships/image" Target="/ppt/media/image2.png" Id="R23571f9a34d74fae" /><Relationship Type="http://schemas.openxmlformats.org/officeDocument/2006/relationships/image" Target="/ppt/media/image3.png" Id="Rcd472ea8ae694f53" /><Relationship Type="http://schemas.openxmlformats.org/officeDocument/2006/relationships/image" Target="/ppt/media/image4.png" Id="R9feff55b81164a2a" /><Relationship Type="http://schemas.openxmlformats.org/officeDocument/2006/relationships/image" Target="/ppt/media/image5.png" Id="R20228d16f04c4ec5" /><Relationship Type="http://schemas.openxmlformats.org/officeDocument/2006/relationships/notesSlide" Target="/ppt/notesSlides/notesSlide2.xml" Id="Ra94dc1c51e6345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cf1cbf6844985" /><Relationship Type="http://schemas.openxmlformats.org/officeDocument/2006/relationships/image" Target="/ppt/media/image6.png" Id="Rc8dc99d076084be9" /><Relationship Type="http://schemas.openxmlformats.org/officeDocument/2006/relationships/image" Target="/ppt/media/image7.png" Id="R8e245fcd5ee64f54" /><Relationship Type="http://schemas.openxmlformats.org/officeDocument/2006/relationships/image" Target="/ppt/media/image8.png" Id="Ra1c5724edbd94e6d" /><Relationship Type="http://schemas.openxmlformats.org/officeDocument/2006/relationships/notesSlide" Target="/ppt/notesSlides/notesSlide3.xml" Id="Rc0f73747812b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6443829e34a03" /><Relationship Type="http://schemas.openxmlformats.org/officeDocument/2006/relationships/image" Target="/ppt/media/image9.png" Id="R05bd7ff688664820" /><Relationship Type="http://schemas.openxmlformats.org/officeDocument/2006/relationships/image" Target="/ppt/media/image10.png" Id="Rc162de9a55684055" /><Relationship Type="http://schemas.openxmlformats.org/officeDocument/2006/relationships/image" Target="/ppt/media/image11.png" Id="R8afcab9c4dcf4d8a" /><Relationship Type="http://schemas.openxmlformats.org/officeDocument/2006/relationships/notesSlide" Target="/ppt/notesSlides/notesSlide4.xml" Id="Rfb651f1a801449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5aaa3ccfe4f23"/>
          <a:srcRect xmlns:a="http://schemas.openxmlformats.org/drawingml/2006/main" l="17110" t="0" r="17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6496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652E4-C048-44D6-B0C9-987BAE3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95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E344D-7CAE-4C05-BD37-9186A10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UNITREE H1-2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2D60E-9483-4545-9626-DC41061B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90909"/>
                </a:solidFill>
              </a:defRPr>
            </a:pPr>
            <a:r>
              <a:rPr sz="4650" b="1">
                <a:solidFill>
                  <a:srgbClr val="090909"/>
                </a:solidFill>
              </a:rPr>
              <a:t>AI-ready robot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7FB61-CD4B-4ACC-B1A4-89BD5460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55555"/>
                </a:solidFill>
              </a:defRPr>
            </a:pPr>
            <a:r>
              <a:rPr sz="2025">
                <a:solidFill>
                  <a:srgbClr val="555555"/>
                </a:solidFill>
              </a:rPr>
              <a:t>Live awareness. Immersive control. Demo-grade presence.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4AB49-3915-4241-9A27-5B1D73E6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ABCFA-7270-47DD-BC8C-977D370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Operator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BCEF3-5DA7-4195-960A-6633773E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0000"/>
                </a:solidFill>
              </a:defRPr>
            </a:pPr>
            <a:r>
              <a:rPr sz="1875" b="1">
                <a:solidFill>
                  <a:srgbClr val="E60000"/>
                </a:solidFill>
              </a:rPr>
              <a:t>Premium robotics showcase</a:t>
            </a:r>
          </a:p>
        </p:txBody>
      </p:sp>
    </p:spTree>
    <p:extLst>
      <p:ext uri="{BB962C8B-B14F-4D97-AF65-F5344CB8AC3E}">
        <p14:creationId xmlns:p14="http://schemas.microsoft.com/office/powerpoint/2010/main" val="1182872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643EE-D24E-4E5D-88F6-3104D81A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COMMAND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80E73-E0C6-4E9B-B825-C1E97A5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90909"/>
                </a:solidFill>
              </a:defRPr>
            </a:pPr>
            <a:r>
              <a:rPr sz="3225" b="1">
                <a:solidFill>
                  <a:srgbClr val="090909"/>
                </a:solidFill>
              </a:rPr>
              <a:t>Everything visible at once.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E5E21-B2FF-4B75-A9B7-03D1A49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A single surface for live status, robot presence, motor insight, and instant readability.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71f9a34d74fae"/>
          <a:srcRect xmlns:a="http://schemas.openxmlformats.org/drawingml/2006/main" l="0" t="6642" r="0" b="6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305050"/>
            <a:ext cx="5219700" cy="3143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72ea8ae694f53"/>
          <a:srcRect xmlns:a="http://schemas.openxmlformats.org/drawingml/2006/main" l="0" t="10704" r="0" b="10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305050"/>
            <a:ext cx="2705100" cy="147637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ff55b81164a2a"/>
          <a:srcRect xmlns:a="http://schemas.openxmlformats.org/drawingml/2006/main" l="0" t="10704" r="0" b="10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2305050"/>
            <a:ext cx="2705100" cy="14763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28d16f04c4ec5"/>
          <a:srcRect xmlns:a="http://schemas.openxmlformats.org/drawingml/2006/main" l="0" t="30767" r="0" b="30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3962400"/>
            <a:ext cx="5562600" cy="1485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060C5-307B-45F7-9802-05DF3BD0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C790C-FF09-4C7F-8B73-2ACF4AB8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Real-time awareness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B5C86-1D32-4799-A405-A40291D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115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Clean signal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0725A-B2DF-4360-AE05-5C86023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15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0000"/>
                </a:solidFill>
              </a:defRPr>
            </a:pPr>
            <a:r>
              <a:rPr sz="1875" b="1">
                <a:solidFill>
                  <a:srgbClr val="E60000"/>
                </a:solidFill>
              </a:rPr>
              <a:t>Instant operator readout</a:t>
            </a:r>
          </a:p>
        </p:txBody>
      </p:sp>
    </p:spTree>
    <p:extLst>
      <p:ext uri="{BB962C8B-B14F-4D97-AF65-F5344CB8AC3E}">
        <p14:creationId xmlns:p14="http://schemas.microsoft.com/office/powerpoint/2010/main" val="269271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c99d076084be9"/>
          <a:srcRect xmlns:a="http://schemas.openxmlformats.org/drawingml/2006/main" l="18846" t="0" r="18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531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3E936-8EC9-489E-A12F-ACDC711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A1670-542B-4466-BBCB-652473C4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IMMERSIVE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298BA-0AFD-4B66-9E6D-32E515E3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525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90909"/>
                </a:solidFill>
              </a:defRPr>
            </a:pPr>
            <a:r>
              <a:rPr sz="3675" b="1">
                <a:solidFill>
                  <a:srgbClr val="090909"/>
                </a:solidFill>
              </a:rPr>
              <a:t>The robot feels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6917B-9287-4F9F-A257-EAD4F91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Vision-led operation with selectable control modes and a recording workflow for repeatable moments.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45fcd5ee64f54"/>
          <a:srcRect xmlns:a="http://schemas.openxmlformats.org/drawingml/2006/main" l="0" t="9858" r="0" b="9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257550"/>
            <a:ext cx="2152650" cy="12001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5724edbd94e6d"/>
          <a:srcRect xmlns:a="http://schemas.openxmlformats.org/drawingml/2006/main" l="0" t="9858" r="0" b="9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3257550"/>
            <a:ext cx="215265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BF85F-C9EB-4120-9A95-2D91ABE2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11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90EBA-4E71-4619-B70D-EB6736A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VR Control Pad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1C849-1689-42C9-A4E9-F5F380D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388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Head Rotation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C6145-761A-48ED-BC86-322E493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57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0000"/>
                </a:solidFill>
              </a:defRPr>
            </a:pPr>
            <a:r>
              <a:rPr sz="1875" b="1">
                <a:solidFill>
                  <a:srgbClr val="E60000"/>
                </a:solidFill>
              </a:rPr>
              <a:t>Position Matching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228EE-B7B9-4ADA-AD4B-D9D521FD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388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Motion Replay</a:t>
            </a:r>
          </a:p>
        </p:txBody>
      </p:sp>
    </p:spTree>
    <p:extLst>
      <p:ext uri="{BB962C8B-B14F-4D97-AF65-F5344CB8AC3E}">
        <p14:creationId xmlns:p14="http://schemas.microsoft.com/office/powerpoint/2010/main" val="422461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09F149-436C-4A6F-A86E-82E9F85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DEMO-READY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B6777-5677-4DB7-8152-8F1CD88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9"/>
                </a:solidFill>
              </a:defRPr>
            </a:pPr>
            <a:r>
              <a:rPr sz="3450" b="1">
                <a:solidFill>
                  <a:srgbClr val="090909"/>
                </a:solidFill>
              </a:rPr>
              <a:t>Built for pilots, showcases, and remote operations.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d7ff688664820"/>
          <a:srcRect xmlns:a="http://schemas.openxmlformats.org/drawingml/2006/main" l="397" t="0" r="3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209800"/>
            <a:ext cx="3429000" cy="24003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2de9a55684055"/>
          <a:srcRect xmlns:a="http://schemas.openxmlformats.org/drawingml/2006/main" l="397" t="0" r="3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2209800"/>
            <a:ext cx="3429000" cy="24003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cab9c4dcf4d8a"/>
          <a:srcRect xmlns:a="http://schemas.openxmlformats.org/drawingml/2006/main" l="397" t="0" r="3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2209800"/>
            <a:ext cx="3429000" cy="2400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51E84-6899-47AD-A665-0083C3F2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8652B-6DB8-49AD-AE6E-54D8158A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0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Locomotion energy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A6CDA-A276-44DC-9790-F8AE2104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Gesture moments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FB0C4-C1EB-43CC-AF26-4500244B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10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0909"/>
                </a:solidFill>
              </a:defRPr>
            </a:pPr>
            <a:r>
              <a:rPr sz="1875" b="1">
                <a:solidFill>
                  <a:srgbClr val="090909"/>
                </a:solidFill>
              </a:rPr>
              <a:t>Repeatable 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E0DF2-D0CC-49A3-AB1A-7EEEE12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10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0000"/>
                </a:solidFill>
              </a:defRPr>
            </a:pPr>
            <a:r>
              <a:rPr sz="1875" b="1">
                <a:solidFill>
                  <a:srgbClr val="E60000"/>
                </a:solidFill>
              </a:rPr>
              <a:t>Remote presence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AEED7-4C1B-4803-AA1E-F8397048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0909"/>
                </a:solidFill>
              </a:defRPr>
            </a:pPr>
            <a:r>
              <a:rPr sz="2250" b="1">
                <a:solidFill>
                  <a:srgbClr val="090909"/>
                </a:solidFill>
              </a:rPr>
              <a:t>Premium robotics experience.</a:t>
            </a:r>
          </a:p>
        </p:txBody>
      </p:sp>
    </p:spTree>
    <p:extLst>
      <p:ext uri="{BB962C8B-B14F-4D97-AF65-F5344CB8AC3E}">
        <p14:creationId xmlns:p14="http://schemas.microsoft.com/office/powerpoint/2010/main" val="1367945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2026-07-06T15:22:54.7230000Z</dcterms:created>
  <dcterms:modified xsi:type="dcterms:W3CDTF">2026-07-06T15:22:54.7240000Z</dcterms:modified>
</coreProperties>
</file>