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15af014cf4698" /><Relationship Type="http://schemas.openxmlformats.org/officeDocument/2006/relationships/extended-properties" Target="/docProps/app.xml" Id="R8989d90ce6594f0c" /><Relationship Type="http://schemas.openxmlformats.org/officeDocument/2006/relationships/officeDocument" Target="/ppt/presentation.xml" Id="R73caecf72b124e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3ffb2c3e641e2"/>
  </p:sldMasterIdLst>
  <p:notesMasterIdLst>
    <p:notesMasterId xmlns:r="http://schemas.openxmlformats.org/officeDocument/2006/relationships" r:id="Ra37f43a138a1425c"/>
  </p:notesMasterIdLst>
  <p:sldIdLst>
    <p:sldId xmlns:r="http://schemas.openxmlformats.org/officeDocument/2006/relationships" id="256" r:id="Rb8848533a3114d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9dde8ebbe1412a" /><Relationship Type="http://schemas.openxmlformats.org/officeDocument/2006/relationships/slideMaster" Target="/ppt/slideMasters/slideMaster1.xml" Id="Rb5c3ffb2c3e641e2" /><Relationship Type="http://schemas.openxmlformats.org/officeDocument/2006/relationships/notesMaster" Target="/ppt/notesMasters/notesMaster1.xml" Id="Ra37f43a138a1425c" /><Relationship Type="http://schemas.openxmlformats.org/officeDocument/2006/relationships/presProps" Target="/ppt/presProps.xml" Id="R26247f029e424230" /><Relationship Type="http://schemas.openxmlformats.org/officeDocument/2006/relationships/tableStyles" Target="/ppt/tableStyles.xml" Id="R92cb597b8b844f9f" /><Relationship Type="http://schemas.openxmlformats.org/officeDocument/2006/relationships/slide" Target="/ppt/slides/slide1.xml" Id="Rb8848533a3114d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5b63d13b5e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8fd53a6a904743" /><Relationship Type="http://schemas.openxmlformats.org/officeDocument/2006/relationships/notesMaster" Target="/ppt/notesMasters/notesMaster1.xml" Id="R70a839a3d83b45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dc1f192de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973ce318e498f" /><Relationship Type="http://schemas.openxmlformats.org/officeDocument/2006/relationships/slideLayout" Target="/ppt/slideLayouts/slideLayout1.xml" Id="R5721307309cb47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1307309cb47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072752d394010" /><Relationship Type="http://schemas.openxmlformats.org/officeDocument/2006/relationships/image" Target="/ppt/media/image.jpeg" Id="R680f4d729fe44880" /><Relationship Type="http://schemas.openxmlformats.org/officeDocument/2006/relationships/notesSlide" Target="/ppt/notesSlides/notesSlide1.xml" Id="Ra98b645be06146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panel-soft-fill">
            <a:extLst xmlns:a="http://schemas.openxmlformats.org/drawingml/2006/main">
              <a:ext uri="{FF2B5EF4-FFF2-40B4-BE49-F238E27FC236}">
                <a16:creationId xmlns:a16="http://schemas.microsoft.com/office/drawing/2014/main" id="{FF6F07A3-5F20-45E3-8C7C-57D23212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41400AE-7C73-49EF-B041-76F9FE3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2C55E"/>
                </a:solidFill>
              </a:defRPr>
            </a:pPr>
            <a:r>
              <a:rPr sz="1050" b="1">
                <a:solidFill>
                  <a:srgbClr val="22C55E"/>
                </a:solidFill>
              </a:rPr>
              <a:t>ROBOT TELEMETRY WORKFLOW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92E58E-F8F3-439B-97B4-20426995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4457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Telemetry Recorder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hareketi doğruluyor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7850E49-9829-40C9-ADB8-7822CEC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34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E1"/>
                </a:solidFill>
              </a:defRPr>
            </a:pPr>
            <a:r>
              <a:rPr sz="1350">
                <a:solidFill>
                  <a:srgbClr val="CBD5E1"/>
                </a:solidFill>
              </a:rPr>
              <a:t>Ekran; motor örneklerinden sequence oluşturma, simülasyonla kontrol etme ve güvenli hareketi gerçek robota kaydetme akışını tek yerde topluyor.</a:t>
            </a:r>
          </a:p>
        </p:txBody>
      </p:sp>
      <p:sp>
        <p:nvSpPr>
          <p:cNvPr id="5" name="feature-accent-0">
            <a:extLst xmlns:a="http://schemas.openxmlformats.org/drawingml/2006/main">
              <a:ext uri="{FF2B5EF4-FFF2-40B4-BE49-F238E27FC236}">
                <a16:creationId xmlns:a16="http://schemas.microsoft.com/office/drawing/2014/main" id="{A989E85F-2748-4A9C-8513-88A21C2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title-0">
            <a:extLst xmlns:a="http://schemas.openxmlformats.org/drawingml/2006/main">
              <a:ext uri="{FF2B5EF4-FFF2-40B4-BE49-F238E27FC236}">
                <a16:creationId xmlns:a16="http://schemas.microsoft.com/office/drawing/2014/main" id="{9E413FA5-F111-4DF4-B31F-EC307C6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Sıralı hareket noktaları</a:t>
            </a:r>
          </a:p>
        </p:txBody>
      </p:sp>
      <p:sp>
        <p:nvSpPr>
          <p:cNvPr id="7" name="feature-body-0">
            <a:extLst xmlns:a="http://schemas.openxmlformats.org/drawingml/2006/main">
              <a:ext uri="{FF2B5EF4-FFF2-40B4-BE49-F238E27FC236}">
                <a16:creationId xmlns:a16="http://schemas.microsoft.com/office/drawing/2014/main" id="{B06814AF-B1F3-45E0-8EB4-1D2C9F02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Her point; 27 motor, zaman damgası ve replay sırası ile tutuluyor. Seçili point anında izlenebiliyor.</a:t>
            </a:r>
          </a:p>
        </p:txBody>
      </p:sp>
      <p:sp>
        <p:nvSpPr>
          <p:cNvPr id="8" name="feature-accent-1">
            <a:extLst xmlns:a="http://schemas.openxmlformats.org/drawingml/2006/main">
              <a:ext uri="{FF2B5EF4-FFF2-40B4-BE49-F238E27FC236}">
                <a16:creationId xmlns:a16="http://schemas.microsoft.com/office/drawing/2014/main" id="{82A8F60E-F2F7-4A2D-B2D7-3D9B59E3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eature-title-1">
            <a:extLst xmlns:a="http://schemas.openxmlformats.org/drawingml/2006/main">
              <a:ext uri="{FF2B5EF4-FFF2-40B4-BE49-F238E27FC236}">
                <a16:creationId xmlns:a16="http://schemas.microsoft.com/office/drawing/2014/main" id="{2E3F6245-990E-4F5A-B16A-1732C50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IK ve sınır doğrulaması</a:t>
            </a:r>
          </a:p>
        </p:txBody>
      </p:sp>
      <p:sp>
        <p:nvSpPr>
          <p:cNvPr id="10" name="feature-body-1">
            <a:extLst xmlns:a="http://schemas.openxmlformats.org/drawingml/2006/main">
              <a:ext uri="{FF2B5EF4-FFF2-40B4-BE49-F238E27FC236}">
                <a16:creationId xmlns:a16="http://schemas.microsoft.com/office/drawing/2014/main" id="{7976E255-6345-45C4-8BF8-F7B41FA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IK hatası cm seviyesinde gösteriliyor; bounds açıkken güvenli eklem limitleri korunuyor.</a:t>
            </a:r>
          </a:p>
        </p:txBody>
      </p:sp>
      <p:sp>
        <p:nvSpPr>
          <p:cNvPr id="11" name="feature-accent-2">
            <a:extLst xmlns:a="http://schemas.openxmlformats.org/drawingml/2006/main">
              <a:ext uri="{FF2B5EF4-FFF2-40B4-BE49-F238E27FC236}">
                <a16:creationId xmlns:a16="http://schemas.microsoft.com/office/drawing/2014/main" id="{34171987-086B-4B2F-A91C-AA3B796B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ure-title-2">
            <a:extLst xmlns:a="http://schemas.openxmlformats.org/drawingml/2006/main">
              <a:ext uri="{FF2B5EF4-FFF2-40B4-BE49-F238E27FC236}">
                <a16:creationId xmlns:a16="http://schemas.microsoft.com/office/drawing/2014/main" id="{04DDF6C0-4E9A-46CD-895D-9FFA081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Simülasyon ve replay karşılaştırması</a:t>
            </a:r>
          </a:p>
        </p:txBody>
      </p:sp>
      <p:sp>
        <p:nvSpPr>
          <p:cNvPr id="13" name="feature-body-2">
            <a:extLst xmlns:a="http://schemas.openxmlformats.org/drawingml/2006/main">
              <a:ext uri="{FF2B5EF4-FFF2-40B4-BE49-F238E27FC236}">
                <a16:creationId xmlns:a16="http://schemas.microsoft.com/office/drawing/2014/main" id="{0D77576F-4BF3-4207-B02A-AAC45F1D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Mavi referans, yeşil simülasyon ve kırmızı hedef hareket aynı sahnede üst üste okunuyor.</a:t>
            </a:r>
          </a:p>
        </p:txBody>
      </p:sp>
      <p:sp>
        <p:nvSpPr>
          <p:cNvPr id="14" name="feature-accent-3">
            <a:extLst xmlns:a="http://schemas.openxmlformats.org/drawingml/2006/main">
              <a:ext uri="{FF2B5EF4-FFF2-40B4-BE49-F238E27FC236}">
                <a16:creationId xmlns:a16="http://schemas.microsoft.com/office/drawing/2014/main" id="{1772798D-FAD4-42F5-9322-EDCFEC82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eature-title-3">
            <a:extLst xmlns:a="http://schemas.openxmlformats.org/drawingml/2006/main">
              <a:ext uri="{FF2B5EF4-FFF2-40B4-BE49-F238E27FC236}">
                <a16:creationId xmlns:a16="http://schemas.microsoft.com/office/drawing/2014/main" id="{47D39AAC-FB9F-4A7F-9C6F-D4B0EF4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Gerçek robota aktarım kapısı</a:t>
            </a:r>
          </a:p>
        </p:txBody>
      </p:sp>
      <p:sp>
        <p:nvSpPr>
          <p:cNvPr id="16" name="feature-body-3">
            <a:extLst xmlns:a="http://schemas.openxmlformats.org/drawingml/2006/main">
              <a:ext uri="{FF2B5EF4-FFF2-40B4-BE49-F238E27FC236}">
                <a16:creationId xmlns:a16="http://schemas.microsoft.com/office/drawing/2014/main" id="{CA14EF7C-90DF-4098-9576-D8F0A301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Add Point, Simulate Trajectory, Move Arms ve Save Real Robot Motion adımları aynı operatör akışında.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f4d729fe44880"/>
          <a:stretch xmlns:a="http://schemas.openxmlformats.org/drawingml/2006/main"/>
        </p:blipFill>
        <p:spPr>
          <a:xfrm xmlns:a="http://schemas.openxmlformats.org/drawingml/2006/main">
            <a:off x="5623031" y="685800"/>
            <a:ext cx="6089438" cy="4419600"/>
          </a:xfrm>
          <a:prstGeom xmlns:a="http://schemas.openxmlformats.org/drawingml/2006/main" prst="roundRect">
            <a:avLst>
              <a:gd name="adj" fmla="val 1724"/>
            </a:avLst>
          </a:prstGeom>
        </p:spPr>
      </p:pic>
      <p:sp>
        <p:nvSpPr>
          <p:cNvPr id="18" name="screenshot-outline">
            <a:extLst xmlns:a="http://schemas.openxmlformats.org/drawingml/2006/main">
              <a:ext uri="{FF2B5EF4-FFF2-40B4-BE49-F238E27FC236}">
                <a16:creationId xmlns:a16="http://schemas.microsoft.com/office/drawing/2014/main" id="{FCDAE3C6-D5D9-4D01-BC42-AEB390BE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5800"/>
            <a:ext cx="6096000" cy="44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6A56FCA7-8276-4088-93A9-401110A6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863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</a:defRPr>
            </a:pPr>
            <a:r>
              <a:rPr sz="1275">
                <a:solidFill>
                  <a:srgbClr val="E2E8F0"/>
                </a:solidFill>
              </a:rPr>
              <a:t>Canlı operatör görünümü: solda sequence listesi, ortada 3D robot replay, üstte güvenlik ve kayıt aksiyonları.</a:t>
            </a:r>
          </a:p>
        </p:txBody>
      </p:sp>
      <p:sp>
        <p:nvSpPr>
          <p:cNvPr id="20" name="bottom-safety-band">
            <a:extLst xmlns:a="http://schemas.openxmlformats.org/drawingml/2006/main">
              <a:ext uri="{FF2B5EF4-FFF2-40B4-BE49-F238E27FC236}">
                <a16:creationId xmlns:a16="http://schemas.microsoft.com/office/drawing/2014/main" id="{C3752414-2B14-437C-A4AF-BA952132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00750"/>
            <a:ext cx="609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1" name="bottom-safety-copy">
            <a:extLst xmlns:a="http://schemas.openxmlformats.org/drawingml/2006/main">
              <a:ext uri="{FF2B5EF4-FFF2-40B4-BE49-F238E27FC236}">
                <a16:creationId xmlns:a16="http://schemas.microsoft.com/office/drawing/2014/main" id="{F5D4B4A2-5251-4C42-9F75-53B3D12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05525"/>
            <a:ext cx="567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Amaç: hareket komutu gerçek robota gitmeden önce kayıt, görünürlük ve simülasyon doğrulaması tamamlanır.</a:t>
            </a:r>
          </a:p>
        </p:txBody>
      </p:sp>
    </p:spTree>
    <p:extLst>
      <p:ext uri="{BB962C8B-B14F-4D97-AF65-F5344CB8AC3E}">
        <p14:creationId xmlns:p14="http://schemas.microsoft.com/office/powerpoint/2010/main" val="2050420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2026-07-07T07:31:45.3360000Z</dcterms:created>
  <dcterms:modified xsi:type="dcterms:W3CDTF">2026-07-07T07:31:45.3370000Z</dcterms:modified>
</coreProperties>
</file>